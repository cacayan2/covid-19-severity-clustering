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4" r:id="rId4"/>
    <p:sldId id="269" r:id="rId5"/>
    <p:sldId id="278" r:id="rId6"/>
    <p:sldId id="270" r:id="rId7"/>
    <p:sldId id="258" r:id="rId8"/>
    <p:sldId id="259" r:id="rId9"/>
    <p:sldId id="260" r:id="rId10"/>
    <p:sldId id="261" r:id="rId11"/>
    <p:sldId id="272" r:id="rId12"/>
    <p:sldId id="262" r:id="rId13"/>
    <p:sldId id="273" r:id="rId14"/>
    <p:sldId id="264" r:id="rId15"/>
    <p:sldId id="265" r:id="rId16"/>
    <p:sldId id="266" r:id="rId17"/>
    <p:sldId id="275" r:id="rId18"/>
    <p:sldId id="276" r:id="rId19"/>
    <p:sldId id="277" r:id="rId20"/>
    <p:sldId id="280" r:id="rId21"/>
    <p:sldId id="281" r:id="rId22"/>
    <p:sldId id="271" r:id="rId23"/>
    <p:sldId id="26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9003A7-FFA8-C7FB-BCFB-0DF9C4763EC5}" v="89" dt="2024-04-16T17:24:37.0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3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cayan, Emil" userId="S::ecacayan@luc.edu::ff27d091-835c-4c4d-a73b-aa3ec8cb1940" providerId="AD" clId="Web-{499003A7-FFA8-C7FB-BCFB-0DF9C4763EC5}"/>
    <pc:docChg chg="addSld delSld modSld sldOrd">
      <pc:chgData name="Cacayan, Emil" userId="S::ecacayan@luc.edu::ff27d091-835c-4c4d-a73b-aa3ec8cb1940" providerId="AD" clId="Web-{499003A7-FFA8-C7FB-BCFB-0DF9C4763EC5}" dt="2024-04-16T17:24:37.074" v="86" actId="1076"/>
      <pc:docMkLst>
        <pc:docMk/>
      </pc:docMkLst>
      <pc:sldChg chg="addSp delSp modSp">
        <pc:chgData name="Cacayan, Emil" userId="S::ecacayan@luc.edu::ff27d091-835c-4c4d-a73b-aa3ec8cb1940" providerId="AD" clId="Web-{499003A7-FFA8-C7FB-BCFB-0DF9C4763EC5}" dt="2024-04-16T17:21:20.742" v="70" actId="1076"/>
        <pc:sldMkLst>
          <pc:docMk/>
          <pc:sldMk cId="1032507138" sldId="271"/>
        </pc:sldMkLst>
        <pc:spChg chg="del">
          <ac:chgData name="Cacayan, Emil" userId="S::ecacayan@luc.edu::ff27d091-835c-4c4d-a73b-aa3ec8cb1940" providerId="AD" clId="Web-{499003A7-FFA8-C7FB-BCFB-0DF9C4763EC5}" dt="2024-04-16T17:19:12.145" v="32"/>
          <ac:spMkLst>
            <pc:docMk/>
            <pc:sldMk cId="1032507138" sldId="271"/>
            <ac:spMk id="2" creationId="{896A2097-F2AF-AE56-D5FA-C3502EAE3102}"/>
          </ac:spMkLst>
        </pc:spChg>
        <pc:spChg chg="del">
          <ac:chgData name="Cacayan, Emil" userId="S::ecacayan@luc.edu::ff27d091-835c-4c4d-a73b-aa3ec8cb1940" providerId="AD" clId="Web-{499003A7-FFA8-C7FB-BCFB-0DF9C4763EC5}" dt="2024-04-16T17:19:12.082" v="31"/>
          <ac:spMkLst>
            <pc:docMk/>
            <pc:sldMk cId="1032507138" sldId="271"/>
            <ac:spMk id="3" creationId="{8D9DE8B0-363B-6A92-4BA6-8D2A5DBE6705}"/>
          </ac:spMkLst>
        </pc:spChg>
        <pc:spChg chg="add del">
          <ac:chgData name="Cacayan, Emil" userId="S::ecacayan@luc.edu::ff27d091-835c-4c4d-a73b-aa3ec8cb1940" providerId="AD" clId="Web-{499003A7-FFA8-C7FB-BCFB-0DF9C4763EC5}" dt="2024-04-16T17:18:35.519" v="26"/>
          <ac:spMkLst>
            <pc:docMk/>
            <pc:sldMk cId="1032507138" sldId="271"/>
            <ac:spMk id="4" creationId="{3B550C07-429C-2077-C6E1-0E3B6B88CCF9}"/>
          </ac:spMkLst>
        </pc:spChg>
        <pc:spChg chg="add del">
          <ac:chgData name="Cacayan, Emil" userId="S::ecacayan@luc.edu::ff27d091-835c-4c4d-a73b-aa3ec8cb1940" providerId="AD" clId="Web-{499003A7-FFA8-C7FB-BCFB-0DF9C4763EC5}" dt="2024-04-16T17:18:35.519" v="26"/>
          <ac:spMkLst>
            <pc:docMk/>
            <pc:sldMk cId="1032507138" sldId="271"/>
            <ac:spMk id="5" creationId="{7F91CAB2-E772-B7F6-51ED-D81D0DCF7F3C}"/>
          </ac:spMkLst>
        </pc:spChg>
        <pc:spChg chg="add del mod">
          <ac:chgData name="Cacayan, Emil" userId="S::ecacayan@luc.edu::ff27d091-835c-4c4d-a73b-aa3ec8cb1940" providerId="AD" clId="Web-{499003A7-FFA8-C7FB-BCFB-0DF9C4763EC5}" dt="2024-04-16T17:19:51.536" v="42"/>
          <ac:spMkLst>
            <pc:docMk/>
            <pc:sldMk cId="1032507138" sldId="271"/>
            <ac:spMk id="7" creationId="{DF7B24C9-697B-8191-8C11-FBF24ABE9172}"/>
          </ac:spMkLst>
        </pc:spChg>
        <pc:spChg chg="add del mod">
          <ac:chgData name="Cacayan, Emil" userId="S::ecacayan@luc.edu::ff27d091-835c-4c4d-a73b-aa3ec8cb1940" providerId="AD" clId="Web-{499003A7-FFA8-C7FB-BCFB-0DF9C4763EC5}" dt="2024-04-16T17:19:48.693" v="41"/>
          <ac:spMkLst>
            <pc:docMk/>
            <pc:sldMk cId="1032507138" sldId="271"/>
            <ac:spMk id="9" creationId="{B05973CB-3907-60DD-7259-15D3A5890F46}"/>
          </ac:spMkLst>
        </pc:spChg>
        <pc:spChg chg="add del">
          <ac:chgData name="Cacayan, Emil" userId="S::ecacayan@luc.edu::ff27d091-835c-4c4d-a73b-aa3ec8cb1940" providerId="AD" clId="Web-{499003A7-FFA8-C7FB-BCFB-0DF9C4763EC5}" dt="2024-04-16T17:20:07.552" v="48"/>
          <ac:spMkLst>
            <pc:docMk/>
            <pc:sldMk cId="1032507138" sldId="271"/>
            <ac:spMk id="10" creationId="{3B550C07-429C-2077-C6E1-0E3B6B88CCF9}"/>
          </ac:spMkLst>
        </pc:spChg>
        <pc:spChg chg="add del">
          <ac:chgData name="Cacayan, Emil" userId="S::ecacayan@luc.edu::ff27d091-835c-4c4d-a73b-aa3ec8cb1940" providerId="AD" clId="Web-{499003A7-FFA8-C7FB-BCFB-0DF9C4763EC5}" dt="2024-04-16T17:20:07.552" v="47"/>
          <ac:spMkLst>
            <pc:docMk/>
            <pc:sldMk cId="1032507138" sldId="271"/>
            <ac:spMk id="11" creationId="{7F91CAB2-E772-B7F6-51ED-D81D0DCF7F3C}"/>
          </ac:spMkLst>
        </pc:spChg>
        <pc:spChg chg="add del">
          <ac:chgData name="Cacayan, Emil" userId="S::ecacayan@luc.edu::ff27d091-835c-4c4d-a73b-aa3ec8cb1940" providerId="AD" clId="Web-{499003A7-FFA8-C7FB-BCFB-0DF9C4763EC5}" dt="2024-04-16T17:20:11.928" v="50"/>
          <ac:spMkLst>
            <pc:docMk/>
            <pc:sldMk cId="1032507138" sldId="271"/>
            <ac:spMk id="12" creationId="{3B550C07-429C-2077-C6E1-0E3B6B88CCF9}"/>
          </ac:spMkLst>
        </pc:spChg>
        <pc:spChg chg="add del">
          <ac:chgData name="Cacayan, Emil" userId="S::ecacayan@luc.edu::ff27d091-835c-4c4d-a73b-aa3ec8cb1940" providerId="AD" clId="Web-{499003A7-FFA8-C7FB-BCFB-0DF9C4763EC5}" dt="2024-04-16T17:20:11.928" v="50"/>
          <ac:spMkLst>
            <pc:docMk/>
            <pc:sldMk cId="1032507138" sldId="271"/>
            <ac:spMk id="13" creationId="{7F91CAB2-E772-B7F6-51ED-D81D0DCF7F3C}"/>
          </ac:spMkLst>
        </pc:spChg>
        <pc:spChg chg="add mod">
          <ac:chgData name="Cacayan, Emil" userId="S::ecacayan@luc.edu::ff27d091-835c-4c4d-a73b-aa3ec8cb1940" providerId="AD" clId="Web-{499003A7-FFA8-C7FB-BCFB-0DF9C4763EC5}" dt="2024-04-16T17:21:13.148" v="69" actId="20577"/>
          <ac:spMkLst>
            <pc:docMk/>
            <pc:sldMk cId="1032507138" sldId="271"/>
            <ac:spMk id="14" creationId="{3B550C07-429C-2077-C6E1-0E3B6B88CCF9}"/>
          </ac:spMkLst>
        </pc:spChg>
        <pc:spChg chg="add mod">
          <ac:chgData name="Cacayan, Emil" userId="S::ecacayan@luc.edu::ff27d091-835c-4c4d-a73b-aa3ec8cb1940" providerId="AD" clId="Web-{499003A7-FFA8-C7FB-BCFB-0DF9C4763EC5}" dt="2024-04-16T17:21:20.742" v="70" actId="1076"/>
          <ac:spMkLst>
            <pc:docMk/>
            <pc:sldMk cId="1032507138" sldId="271"/>
            <ac:spMk id="15" creationId="{7F91CAB2-E772-B7F6-51ED-D81D0DCF7F3C}"/>
          </ac:spMkLst>
        </pc:spChg>
      </pc:sldChg>
      <pc:sldChg chg="modSp">
        <pc:chgData name="Cacayan, Emil" userId="S::ecacayan@luc.edu::ff27d091-835c-4c4d-a73b-aa3ec8cb1940" providerId="AD" clId="Web-{499003A7-FFA8-C7FB-BCFB-0DF9C4763EC5}" dt="2024-04-16T17:14:24.185" v="5" actId="20577"/>
        <pc:sldMkLst>
          <pc:docMk/>
          <pc:sldMk cId="4058967813" sldId="277"/>
        </pc:sldMkLst>
        <pc:spChg chg="mod">
          <ac:chgData name="Cacayan, Emil" userId="S::ecacayan@luc.edu::ff27d091-835c-4c4d-a73b-aa3ec8cb1940" providerId="AD" clId="Web-{499003A7-FFA8-C7FB-BCFB-0DF9C4763EC5}" dt="2024-04-16T17:14:24.185" v="5" actId="20577"/>
          <ac:spMkLst>
            <pc:docMk/>
            <pc:sldMk cId="4058967813" sldId="277"/>
            <ac:spMk id="7" creationId="{1DF272CC-6808-F61B-87AA-84F04A4B3EED}"/>
          </ac:spMkLst>
        </pc:spChg>
      </pc:sldChg>
      <pc:sldChg chg="addSp delSp modSp del ord">
        <pc:chgData name="Cacayan, Emil" userId="S::ecacayan@luc.edu::ff27d091-835c-4c4d-a73b-aa3ec8cb1940" providerId="AD" clId="Web-{499003A7-FFA8-C7FB-BCFB-0DF9C4763EC5}" dt="2024-04-16T17:19:54.536" v="44"/>
        <pc:sldMkLst>
          <pc:docMk/>
          <pc:sldMk cId="3909742836" sldId="279"/>
        </pc:sldMkLst>
        <pc:spChg chg="del">
          <ac:chgData name="Cacayan, Emil" userId="S::ecacayan@luc.edu::ff27d091-835c-4c4d-a73b-aa3ec8cb1940" providerId="AD" clId="Web-{499003A7-FFA8-C7FB-BCFB-0DF9C4763EC5}" dt="2024-04-16T17:18:25.206" v="24"/>
          <ac:spMkLst>
            <pc:docMk/>
            <pc:sldMk cId="3909742836" sldId="279"/>
            <ac:spMk id="2" creationId="{3B550C07-429C-2077-C6E1-0E3B6B88CCF9}"/>
          </ac:spMkLst>
        </pc:spChg>
        <pc:spChg chg="del">
          <ac:chgData name="Cacayan, Emil" userId="S::ecacayan@luc.edu::ff27d091-835c-4c4d-a73b-aa3ec8cb1940" providerId="AD" clId="Web-{499003A7-FFA8-C7FB-BCFB-0DF9C4763EC5}" dt="2024-04-16T17:18:25.191" v="23"/>
          <ac:spMkLst>
            <pc:docMk/>
            <pc:sldMk cId="3909742836" sldId="279"/>
            <ac:spMk id="3" creationId="{7F91CAB2-E772-B7F6-51ED-D81D0DCF7F3C}"/>
          </ac:spMkLst>
        </pc:spChg>
        <pc:spChg chg="add del">
          <ac:chgData name="Cacayan, Emil" userId="S::ecacayan@luc.edu::ff27d091-835c-4c4d-a73b-aa3ec8cb1940" providerId="AD" clId="Web-{499003A7-FFA8-C7FB-BCFB-0DF9C4763EC5}" dt="2024-04-16T17:18:18.847" v="22"/>
          <ac:spMkLst>
            <pc:docMk/>
            <pc:sldMk cId="3909742836" sldId="279"/>
            <ac:spMk id="5" creationId="{8473F789-15A6-710B-8D7D-096B7787720B}"/>
          </ac:spMkLst>
        </pc:spChg>
        <pc:spChg chg="add del">
          <ac:chgData name="Cacayan, Emil" userId="S::ecacayan@luc.edu::ff27d091-835c-4c4d-a73b-aa3ec8cb1940" providerId="AD" clId="Web-{499003A7-FFA8-C7FB-BCFB-0DF9C4763EC5}" dt="2024-04-16T17:18:18.847" v="21"/>
          <ac:spMkLst>
            <pc:docMk/>
            <pc:sldMk cId="3909742836" sldId="279"/>
            <ac:spMk id="7" creationId="{7438835F-171F-221E-2780-06DF86B14E13}"/>
          </ac:spMkLst>
        </pc:spChg>
        <pc:spChg chg="add del mod">
          <ac:chgData name="Cacayan, Emil" userId="S::ecacayan@luc.edu::ff27d091-835c-4c4d-a73b-aa3ec8cb1940" providerId="AD" clId="Web-{499003A7-FFA8-C7FB-BCFB-0DF9C4763EC5}" dt="2024-04-16T17:19:30.583" v="36"/>
          <ac:spMkLst>
            <pc:docMk/>
            <pc:sldMk cId="3909742836" sldId="279"/>
            <ac:spMk id="9" creationId="{DDC496D3-87D8-9D31-DC00-B8301A44DB32}"/>
          </ac:spMkLst>
        </pc:spChg>
        <pc:spChg chg="add del mod">
          <ac:chgData name="Cacayan, Emil" userId="S::ecacayan@luc.edu::ff27d091-835c-4c4d-a73b-aa3ec8cb1940" providerId="AD" clId="Web-{499003A7-FFA8-C7FB-BCFB-0DF9C4763EC5}" dt="2024-04-16T17:19:26.551" v="35"/>
          <ac:spMkLst>
            <pc:docMk/>
            <pc:sldMk cId="3909742836" sldId="279"/>
            <ac:spMk id="11" creationId="{A3C8D967-6E6B-F082-4BCE-7373691A9DA7}"/>
          </ac:spMkLst>
        </pc:spChg>
        <pc:spChg chg="add del">
          <ac:chgData name="Cacayan, Emil" userId="S::ecacayan@luc.edu::ff27d091-835c-4c4d-a73b-aa3ec8cb1940" providerId="AD" clId="Web-{499003A7-FFA8-C7FB-BCFB-0DF9C4763EC5}" dt="2024-04-16T17:19:20.879" v="34"/>
          <ac:spMkLst>
            <pc:docMk/>
            <pc:sldMk cId="3909742836" sldId="279"/>
            <ac:spMk id="12" creationId="{896A2097-F2AF-AE56-D5FA-C3502EAE3102}"/>
          </ac:spMkLst>
        </pc:spChg>
        <pc:spChg chg="add del">
          <ac:chgData name="Cacayan, Emil" userId="S::ecacayan@luc.edu::ff27d091-835c-4c4d-a73b-aa3ec8cb1940" providerId="AD" clId="Web-{499003A7-FFA8-C7FB-BCFB-0DF9C4763EC5}" dt="2024-04-16T17:19:20.879" v="34"/>
          <ac:spMkLst>
            <pc:docMk/>
            <pc:sldMk cId="3909742836" sldId="279"/>
            <ac:spMk id="13" creationId="{8D9DE8B0-363B-6A92-4BA6-8D2A5DBE6705}"/>
          </ac:spMkLst>
        </pc:spChg>
        <pc:spChg chg="add">
          <ac:chgData name="Cacayan, Emil" userId="S::ecacayan@luc.edu::ff27d091-835c-4c4d-a73b-aa3ec8cb1940" providerId="AD" clId="Web-{499003A7-FFA8-C7FB-BCFB-0DF9C4763EC5}" dt="2024-04-16T17:19:32.145" v="37"/>
          <ac:spMkLst>
            <pc:docMk/>
            <pc:sldMk cId="3909742836" sldId="279"/>
            <ac:spMk id="14" creationId="{896A2097-F2AF-AE56-D5FA-C3502EAE3102}"/>
          </ac:spMkLst>
        </pc:spChg>
        <pc:spChg chg="add">
          <ac:chgData name="Cacayan, Emil" userId="S::ecacayan@luc.edu::ff27d091-835c-4c4d-a73b-aa3ec8cb1940" providerId="AD" clId="Web-{499003A7-FFA8-C7FB-BCFB-0DF9C4763EC5}" dt="2024-04-16T17:19:32.145" v="37"/>
          <ac:spMkLst>
            <pc:docMk/>
            <pc:sldMk cId="3909742836" sldId="279"/>
            <ac:spMk id="15" creationId="{8D9DE8B0-363B-6A92-4BA6-8D2A5DBE6705}"/>
          </ac:spMkLst>
        </pc:spChg>
      </pc:sldChg>
      <pc:sldChg chg="addSp delSp modSp new mod setBg">
        <pc:chgData name="Cacayan, Emil" userId="S::ecacayan@luc.edu::ff27d091-835c-4c4d-a73b-aa3ec8cb1940" providerId="AD" clId="Web-{499003A7-FFA8-C7FB-BCFB-0DF9C4763EC5}" dt="2024-04-16T17:24:37.074" v="86" actId="1076"/>
        <pc:sldMkLst>
          <pc:docMk/>
          <pc:sldMk cId="240202343" sldId="280"/>
        </pc:sldMkLst>
        <pc:spChg chg="del">
          <ac:chgData name="Cacayan, Emil" userId="S::ecacayan@luc.edu::ff27d091-835c-4c4d-a73b-aa3ec8cb1940" providerId="AD" clId="Web-{499003A7-FFA8-C7FB-BCFB-0DF9C4763EC5}" dt="2024-04-16T17:14:03.997" v="1"/>
          <ac:spMkLst>
            <pc:docMk/>
            <pc:sldMk cId="240202343" sldId="280"/>
            <ac:spMk id="2" creationId="{3CEF51CD-B564-F500-2F4C-55E8097FFE7C}"/>
          </ac:spMkLst>
        </pc:spChg>
        <pc:spChg chg="del">
          <ac:chgData name="Cacayan, Emil" userId="S::ecacayan@luc.edu::ff27d091-835c-4c4d-a73b-aa3ec8cb1940" providerId="AD" clId="Web-{499003A7-FFA8-C7FB-BCFB-0DF9C4763EC5}" dt="2024-04-16T17:14:07.059" v="2"/>
          <ac:spMkLst>
            <pc:docMk/>
            <pc:sldMk cId="240202343" sldId="280"/>
            <ac:spMk id="3" creationId="{B12DEADD-92A6-18E6-1A9A-DDB74BA7702A}"/>
          </ac:spMkLst>
        </pc:spChg>
        <pc:picChg chg="add mod">
          <ac:chgData name="Cacayan, Emil" userId="S::ecacayan@luc.edu::ff27d091-835c-4c4d-a73b-aa3ec8cb1940" providerId="AD" clId="Web-{499003A7-FFA8-C7FB-BCFB-0DF9C4763EC5}" dt="2024-04-16T17:24:37.074" v="86" actId="1076"/>
          <ac:picMkLst>
            <pc:docMk/>
            <pc:sldMk cId="240202343" sldId="280"/>
            <ac:picMk id="4" creationId="{F71D14E4-F3C9-72F7-4E89-10B5FF464C8C}"/>
          </ac:picMkLst>
        </pc:picChg>
        <pc:picChg chg="add mod">
          <ac:chgData name="Cacayan, Emil" userId="S::ecacayan@luc.edu::ff27d091-835c-4c4d-a73b-aa3ec8cb1940" providerId="AD" clId="Web-{499003A7-FFA8-C7FB-BCFB-0DF9C4763EC5}" dt="2024-04-16T17:24:31.731" v="85" actId="14100"/>
          <ac:picMkLst>
            <pc:docMk/>
            <pc:sldMk cId="240202343" sldId="280"/>
            <ac:picMk id="5" creationId="{078E1C00-2CFE-55B0-6EC9-C3DD95F22634}"/>
          </ac:picMkLst>
        </pc:picChg>
      </pc:sldChg>
      <pc:sldChg chg="modSp new">
        <pc:chgData name="Cacayan, Emil" userId="S::ecacayan@luc.edu::ff27d091-835c-4c4d-a73b-aa3ec8cb1940" providerId="AD" clId="Web-{499003A7-FFA8-C7FB-BCFB-0DF9C4763EC5}" dt="2024-04-16T17:14:41.873" v="18" actId="20577"/>
        <pc:sldMkLst>
          <pc:docMk/>
          <pc:sldMk cId="3459117329" sldId="281"/>
        </pc:sldMkLst>
        <pc:spChg chg="mod">
          <ac:chgData name="Cacayan, Emil" userId="S::ecacayan@luc.edu::ff27d091-835c-4c4d-a73b-aa3ec8cb1940" providerId="AD" clId="Web-{499003A7-FFA8-C7FB-BCFB-0DF9C4763EC5}" dt="2024-04-16T17:14:38.779" v="16" actId="20577"/>
          <ac:spMkLst>
            <pc:docMk/>
            <pc:sldMk cId="3459117329" sldId="281"/>
            <ac:spMk id="2" creationId="{D8511A0B-02E6-28F8-5E67-5FC76D86AEAD}"/>
          </ac:spMkLst>
        </pc:spChg>
        <pc:spChg chg="mod">
          <ac:chgData name="Cacayan, Emil" userId="S::ecacayan@luc.edu::ff27d091-835c-4c4d-a73b-aa3ec8cb1940" providerId="AD" clId="Web-{499003A7-FFA8-C7FB-BCFB-0DF9C4763EC5}" dt="2024-04-16T17:14:41.873" v="18" actId="20577"/>
          <ac:spMkLst>
            <pc:docMk/>
            <pc:sldMk cId="3459117329" sldId="281"/>
            <ac:spMk id="3" creationId="{A345A549-C20F-9DAF-3E15-EA2D83EAB73E}"/>
          </ac:spMkLst>
        </pc:spChg>
      </pc:sldChg>
      <pc:sldChg chg="new del">
        <pc:chgData name="Cacayan, Emil" userId="S::ecacayan@luc.edu::ff27d091-835c-4c4d-a73b-aa3ec8cb1940" providerId="AD" clId="Web-{499003A7-FFA8-C7FB-BCFB-0DF9C4763EC5}" dt="2024-04-16T17:22:42.244" v="72"/>
        <pc:sldMkLst>
          <pc:docMk/>
          <pc:sldMk cId="616634430" sldId="282"/>
        </pc:sldMkLst>
      </pc:sldChg>
      <pc:sldChg chg="addSp delSp new add del">
        <pc:chgData name="Cacayan, Emil" userId="S::ecacayan@luc.edu::ff27d091-835c-4c4d-a73b-aa3ec8cb1940" providerId="AD" clId="Web-{499003A7-FFA8-C7FB-BCFB-0DF9C4763EC5}" dt="2024-04-16T17:20:25.131" v="52"/>
        <pc:sldMkLst>
          <pc:docMk/>
          <pc:sldMk cId="830185087" sldId="282"/>
        </pc:sldMkLst>
        <pc:spChg chg="del">
          <ac:chgData name="Cacayan, Emil" userId="S::ecacayan@luc.edu::ff27d091-835c-4c4d-a73b-aa3ec8cb1940" providerId="AD" clId="Web-{499003A7-FFA8-C7FB-BCFB-0DF9C4763EC5}" dt="2024-04-16T17:18:55.113" v="28"/>
          <ac:spMkLst>
            <pc:docMk/>
            <pc:sldMk cId="830185087" sldId="282"/>
            <ac:spMk id="2" creationId="{312B4BE8-6F85-8AB0-A1BA-7AC1FCC6949E}"/>
          </ac:spMkLst>
        </pc:spChg>
        <pc:spChg chg="del">
          <ac:chgData name="Cacayan, Emil" userId="S::ecacayan@luc.edu::ff27d091-835c-4c4d-a73b-aa3ec8cb1940" providerId="AD" clId="Web-{499003A7-FFA8-C7FB-BCFB-0DF9C4763EC5}" dt="2024-04-16T17:19:02.520" v="29"/>
          <ac:spMkLst>
            <pc:docMk/>
            <pc:sldMk cId="830185087" sldId="282"/>
            <ac:spMk id="3" creationId="{26EBB26A-C6EE-E7C5-2621-E3FB3717F668}"/>
          </ac:spMkLst>
        </pc:spChg>
        <pc:spChg chg="add del">
          <ac:chgData name="Cacayan, Emil" userId="S::ecacayan@luc.edu::ff27d091-835c-4c4d-a73b-aa3ec8cb1940" providerId="AD" clId="Web-{499003A7-FFA8-C7FB-BCFB-0DF9C4763EC5}" dt="2024-04-16T17:19:43.505" v="40"/>
          <ac:spMkLst>
            <pc:docMk/>
            <pc:sldMk cId="830185087" sldId="282"/>
            <ac:spMk id="4" creationId="{3B550C07-429C-2077-C6E1-0E3B6B88CCF9}"/>
          </ac:spMkLst>
        </pc:spChg>
        <pc:spChg chg="add del">
          <ac:chgData name="Cacayan, Emil" userId="S::ecacayan@luc.edu::ff27d091-835c-4c4d-a73b-aa3ec8cb1940" providerId="AD" clId="Web-{499003A7-FFA8-C7FB-BCFB-0DF9C4763EC5}" dt="2024-04-16T17:19:43.505" v="39"/>
          <ac:spMkLst>
            <pc:docMk/>
            <pc:sldMk cId="830185087" sldId="282"/>
            <ac:spMk id="5" creationId="{7F91CAB2-E772-B7F6-51ED-D81D0DCF7F3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51EF1-3C5A-2169-A554-A8AD16C008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48B237-AF18-BD76-741B-D21B73359B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00E619-7391-F61D-7CDE-E09ED05C4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E6767-F16E-4F12-9D10-B037E912BB86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617B20-BA86-6AD0-EDFB-E9EDDD2FE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2F4962-8E6A-F2F1-251B-1EE6A2F88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710CB-3C88-453A-846E-03FD671C6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781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6FD23-C80F-B2F2-2E2C-C0FFE1F15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119FA-BC5F-AD6B-3C59-38879C01EB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BA91C-2DE3-115B-6BE2-74222956A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E6767-F16E-4F12-9D10-B037E912BB86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52DC7A-145B-EEF8-3F67-A4CB19FEF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AFF47-3861-AB03-DA54-36F77F9D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710CB-3C88-453A-846E-03FD671C6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259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BFC18-7E45-8C5D-C2CF-1FECF3B16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6FC15C-89A0-5B79-DEA0-0D915B6BB7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4C11C-5E66-04A4-DAAA-F987012F4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E6767-F16E-4F12-9D10-B037E912BB86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1556D5-D869-C6E7-9025-753522BAE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48F6D-F58F-49E2-5F05-CB01EE7DF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710CB-3C88-453A-846E-03FD671C6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245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DA628-E39F-7129-6963-B7D285C0C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6FE60-1177-765C-D203-E7AEB744B2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FD2AC5-6067-2F96-FA47-787B6E8E7D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EE16AB-FE36-750A-4CD0-3D593965E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E6767-F16E-4F12-9D10-B037E912BB86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D3B1D3-EFD4-DF00-02BF-AA688D7DD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54A87C-6C39-B5EC-727C-66693C363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710CB-3C88-453A-846E-03FD671C6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413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4E97B-C320-2AD0-FCBF-94E96F02E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3D73AA-E3ED-70B6-CC8D-4DEEB395A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C2270E-6508-9F3C-DAF1-65E433B23B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5D96A9-921E-A6CE-3B53-5BBD18051F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EA44BC-F039-EACA-26EF-02AA4EAEF6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B2FF62-E8C2-976A-A61D-A9A5C4C3C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E6767-F16E-4F12-9D10-B037E912BB86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D8B7B6-274A-CD69-E245-0035749C3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38471E-9C55-A286-050B-A82034AC1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710CB-3C88-453A-846E-03FD671C6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48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551B4-B07C-5D19-6C5D-8054B1C7A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865E4E-B00C-BDB0-2FFF-4751EB94F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E6767-F16E-4F12-9D10-B037E912BB86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BB8969-CB09-745B-DC0E-FED24E961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2E1DFA-3AF0-BADD-F5A8-3E059E3C5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710CB-3C88-453A-846E-03FD671C6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806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35F909-D709-D600-D5C2-4B1D7FE45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E6767-F16E-4F12-9D10-B037E912BB86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EF156F-FF2E-B5A8-5E3B-297478A7E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73F165-EFD3-FF1F-E0EA-D916979B7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710CB-3C88-453A-846E-03FD671C6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307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01C2C-F646-CFE1-B357-1D73BBE84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E3CB3-5CAC-1963-FDDC-821219429E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067D43-8D81-4E41-D7C5-098DBF237F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16B204-4E50-4B98-FEB8-3E4931573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E6767-F16E-4F12-9D10-B037E912BB86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55A536-2AB2-C53B-5C47-193F3BA86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C5E29F-7485-04C9-4A4F-69C348F01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710CB-3C88-453A-846E-03FD671C6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902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5EFEF-DDFB-7460-D5B1-FB1FC2C0B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CEA9DC-B213-0354-4825-6102EC21A2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993EBF-32DD-E8FA-8905-80E7DBD0A1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8A19DA-AF64-0BFD-8052-D6401CCBF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E6767-F16E-4F12-9D10-B037E912BB86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ED4212-1DFB-FCFE-6ADF-D85B7A86A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2A16A5-87CC-9634-DBA8-EACB34325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710CB-3C88-453A-846E-03FD671C6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47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2335E-CEFD-8A65-6028-C7074E138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E5A8D9-DC63-53E7-95D5-FD691CA751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AA24DC-388F-6002-2051-B30DE700D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E6767-F16E-4F12-9D10-B037E912BB86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37AC4-D69A-10B9-2921-CC64C865D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2949F6-171A-EABD-A12D-46D183C4C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710CB-3C88-453A-846E-03FD671C6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587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6DB09D-E894-F438-080F-0B1B430D0D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F021B3-224E-B4A5-F599-BB9315F0EF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FDB35-6C7C-1E33-E578-A7F83670B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E6767-F16E-4F12-9D10-B037E912BB86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9BD66-6B35-BA35-215D-EBDD22856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08311-2448-BAF7-8DB1-7E5B2A265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710CB-3C88-453A-846E-03FD671C6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999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950AAD-A0D8-0D2B-C797-0845C1A13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3AF20A-96DC-8B16-E9FB-5B92389578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D21ACB-C7D9-CB57-12D7-117B0B60B8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BE6767-F16E-4F12-9D10-B037E912BB86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192B82-3899-4C6C-2E47-BFF4DFC0C6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04C23C-3CF4-3BFD-5B3E-5DCA257B23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0710CB-3C88-453A-846E-03FD671C6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499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07/s13278-02100734-24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imdevskp/covid_19_jhu_data_web_scrap_and_clean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34476-189E-BB96-5897-256ED03875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041400"/>
            <a:ext cx="12192000" cy="2387600"/>
          </a:xfrm>
        </p:spPr>
        <p:txBody>
          <a:bodyPr>
            <a:noAutofit/>
          </a:bodyPr>
          <a:lstStyle/>
          <a:p>
            <a:r>
              <a:rPr lang="en-US" sz="4400" dirty="0"/>
              <a:t>Community Detection Using Unsupervised Machine Learning Techniques on COVID-19 Dataset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EDE43D-64BC-AC9C-3303-9D36764E99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123181"/>
            <a:ext cx="9144000" cy="1655762"/>
          </a:xfrm>
        </p:spPr>
        <p:txBody>
          <a:bodyPr>
            <a:normAutofit/>
          </a:bodyPr>
          <a:lstStyle/>
          <a:p>
            <a:r>
              <a:rPr lang="en-US" b="1" dirty="0"/>
              <a:t>Laxmi Chaudhary and Buddha Singh</a:t>
            </a:r>
          </a:p>
          <a:p>
            <a:r>
              <a:rPr lang="en-US" sz="2200" i="1" dirty="0"/>
              <a:t>STAT 388/488, Spring 2024</a:t>
            </a:r>
          </a:p>
          <a:p>
            <a:r>
              <a:rPr lang="en-US" sz="2200" dirty="0"/>
              <a:t>Presentation Prepared By: Emil Cacayan</a:t>
            </a:r>
          </a:p>
        </p:txBody>
      </p:sp>
    </p:spTree>
    <p:extLst>
      <p:ext uri="{BB962C8B-B14F-4D97-AF65-F5344CB8AC3E}">
        <p14:creationId xmlns:p14="http://schemas.microsoft.com/office/powerpoint/2010/main" val="274650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34CD8-44B0-6F05-E868-168BC949C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129211" cy="1325563"/>
          </a:xfrm>
        </p:spPr>
        <p:txBody>
          <a:bodyPr/>
          <a:lstStyle/>
          <a:p>
            <a:r>
              <a:rPr lang="en-US" dirty="0"/>
              <a:t>Motivation and Background: COVID-19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4902D-ACE0-C546-3A78-7AA638882E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27049"/>
          </a:xfrm>
        </p:spPr>
        <p:txBody>
          <a:bodyPr>
            <a:normAutofit/>
          </a:bodyPr>
          <a:lstStyle/>
          <a:p>
            <a:r>
              <a:rPr lang="en-US" dirty="0"/>
              <a:t>Most salient pandemic since the Spanish Flu</a:t>
            </a:r>
          </a:p>
          <a:p>
            <a:r>
              <a:rPr lang="en-US" dirty="0"/>
              <a:t>Epidemiological techniques have been bivariate in nature and smaller in scope.</a:t>
            </a:r>
          </a:p>
          <a:p>
            <a:pPr lvl="1"/>
            <a:r>
              <a:rPr lang="en-US" dirty="0"/>
              <a:t>Exploratory bivariate analysis, studies of biochemistry and pathology, focus on the end user/patient.</a:t>
            </a:r>
          </a:p>
          <a:p>
            <a:r>
              <a:rPr lang="en-US" dirty="0"/>
              <a:t>SARS-CoV-2 pandemic allowed for the use and further development of multivariate unsupervised learning techniques on highly dimensional and collinear datasets.</a:t>
            </a:r>
          </a:p>
          <a:p>
            <a:r>
              <a:rPr lang="en-US" dirty="0"/>
              <a:t>Goal: Proof of concept for separating countries based on similarity of different statistics taken for COVID-19.</a:t>
            </a:r>
          </a:p>
        </p:txBody>
      </p:sp>
    </p:spTree>
    <p:extLst>
      <p:ext uri="{BB962C8B-B14F-4D97-AF65-F5344CB8AC3E}">
        <p14:creationId xmlns:p14="http://schemas.microsoft.com/office/powerpoint/2010/main" val="1268599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D36EA-CA97-2171-8CAD-01546446E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Workflow: PCA and K-Means Clustering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64E1F-0FAF-52CA-6AE1-F950A4103C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Authors hope to use (now essentially archetypical) exploratory analysis workflow PCA and K-Means clustering.</a:t>
            </a:r>
          </a:p>
          <a:p>
            <a:r>
              <a:rPr lang="en-US" dirty="0"/>
              <a:t>Spread and axes of PCA may be non-symmetrical. </a:t>
            </a:r>
          </a:p>
          <a:p>
            <a:r>
              <a:rPr lang="en-US" dirty="0"/>
              <a:t>Main drawback is K-Means clustering is started under random starting conditions. </a:t>
            </a:r>
          </a:p>
          <a:p>
            <a:pPr lvl="1"/>
            <a:r>
              <a:rPr lang="en-US" dirty="0"/>
              <a:t>Authors did not take this into consideration – analysis could have benefitted from cross-validation and/or bootstrapping.</a:t>
            </a:r>
          </a:p>
          <a:p>
            <a:pPr lvl="1"/>
            <a:r>
              <a:rPr lang="en-US" dirty="0"/>
              <a:t>Both methods still easily affected by outliers – authors could have benefited from influence analysis to fine tune clustering.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322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55263-2539-ABB5-2F45-5837345A4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2B26A-FC64-47D8-7B2D-7421075E25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3532"/>
            <a:ext cx="10515600" cy="5099343"/>
          </a:xfrm>
        </p:spPr>
        <p:txBody>
          <a:bodyPr>
            <a:normAutofit/>
          </a:bodyPr>
          <a:lstStyle/>
          <a:p>
            <a:r>
              <a:rPr lang="en-US" dirty="0"/>
              <a:t>PCA is popular for a few reasons:</a:t>
            </a:r>
          </a:p>
          <a:p>
            <a:pPr lvl="1"/>
            <a:r>
              <a:rPr lang="en-US" dirty="0"/>
              <a:t>Reduction of computational overhead for subsequent analysis (clustering tasks, regression, etc.)</a:t>
            </a:r>
          </a:p>
          <a:p>
            <a:pPr lvl="1"/>
            <a:r>
              <a:rPr lang="en-US" dirty="0"/>
              <a:t>Reducing to orthogonal axes of greatest variance tends to reduce noise. </a:t>
            </a:r>
          </a:p>
          <a:p>
            <a:pPr lvl="1"/>
            <a:r>
              <a:rPr lang="en-US" dirty="0"/>
              <a:t>Correlation between principal components and variables allows for selection for features salient to data variance. </a:t>
            </a:r>
          </a:p>
          <a:p>
            <a:pPr lvl="1"/>
            <a:r>
              <a:rPr lang="en-US" dirty="0"/>
              <a:t>Reduction of collinearity in variables by transformation into uncorrelated variables. </a:t>
            </a:r>
          </a:p>
          <a:p>
            <a:r>
              <a:rPr lang="en-US" dirty="0"/>
              <a:t>Datasets generated from epidemiology of COVID-19 pandemic is highly dimensional and potentially highly collinear. </a:t>
            </a:r>
          </a:p>
          <a:p>
            <a:pPr lvl="1"/>
            <a:r>
              <a:rPr lang="en-US" dirty="0"/>
              <a:t>Requires assumption that correlation between variables is linear. </a:t>
            </a:r>
          </a:p>
          <a:p>
            <a:pPr lvl="1"/>
            <a:r>
              <a:rPr lang="en-US" dirty="0"/>
              <a:t>Also susceptible to outliers or noisy data.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178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8E589CD-43F6-D963-C722-AD2125DFF9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54705"/>
            <a:ext cx="12192000" cy="33032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AC64E3-5FA3-03FA-B527-25DF6A5A9C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6283" y="160769"/>
            <a:ext cx="5499434" cy="3393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403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EF139-78E0-6D41-661D-AD960EF86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 Clustering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3F189-727B-E5A1-AE45-62EDDE2F78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Unsupervised optimization problem which minimizes within cluster variance. </a:t>
            </a:r>
          </a:p>
          <a:p>
            <a:r>
              <a:rPr lang="en-US" dirty="0"/>
              <a:t>Number of centroids selected via sum of squares error for each centroid, elbow method utilized. </a:t>
            </a:r>
          </a:p>
          <a:p>
            <a:r>
              <a:rPr lang="en-US" dirty="0"/>
              <a:t>K-Means clustering is easily interpretable – further analysis finding which principal components contribute the most to clusters might hint at underlying structure implied by clustering. </a:t>
            </a:r>
          </a:p>
        </p:txBody>
      </p:sp>
    </p:spTree>
    <p:extLst>
      <p:ext uri="{BB962C8B-B14F-4D97-AF65-F5344CB8AC3E}">
        <p14:creationId xmlns:p14="http://schemas.microsoft.com/office/powerpoint/2010/main" val="4174384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0FD5F-EDBF-E795-D90B-A21A747AE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/>
          <a:lstStyle/>
          <a:p>
            <a:r>
              <a:rPr lang="en-US" dirty="0"/>
              <a:t>PCA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34944-FBA4-3AD5-2FDD-575E40B33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4"/>
            <a:ext cx="11162867" cy="5032375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dirty="0"/>
              <a:t>Standardize the dataset. </a:t>
            </a:r>
          </a:p>
          <a:p>
            <a:pPr marL="514350" indent="-514350">
              <a:buAutoNum type="arabicPeriod"/>
            </a:pPr>
            <a:r>
              <a:rPr lang="en-US" dirty="0"/>
              <a:t>Generate a covariance matrix based on continuous variables.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 startAt="3"/>
            </a:pPr>
            <a:r>
              <a:rPr lang="en-US" dirty="0"/>
              <a:t>Generate eigenvalues and eigenvectors of the dataset. </a:t>
            </a:r>
          </a:p>
          <a:p>
            <a:pPr marL="514350" indent="-514350">
              <a:buFont typeface="+mj-lt"/>
              <a:buAutoNum type="arabicPeriod" startAt="3"/>
            </a:pPr>
            <a:r>
              <a:rPr lang="en-US" dirty="0"/>
              <a:t>Select an appropriate number of principal components based on proportion of variance explained</a:t>
            </a:r>
          </a:p>
          <a:p>
            <a:pPr marL="457200" lvl="1" indent="0">
              <a:buNone/>
            </a:pPr>
            <a:r>
              <a:rPr lang="en-US" dirty="0"/>
              <a:t>Authors chose number of PC’s that (meaningfully) get as close to a PVE of 1 (8 were obtained).</a:t>
            </a:r>
          </a:p>
          <a:p>
            <a:pPr marL="514350" indent="-514350">
              <a:buFont typeface="+mj-lt"/>
              <a:buAutoNum type="arabicPeriod" startAt="3"/>
            </a:pPr>
            <a:r>
              <a:rPr lang="en-US" dirty="0"/>
              <a:t>Output the new dimension-reduced dataset.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7CE944-9A3A-E11E-6D9F-500429F90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7272" y="2929463"/>
            <a:ext cx="5021146" cy="999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487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1DC32-3A9B-5CD8-5662-A553FFE51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 Clustering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4FAB9-386C-3E8B-2EF6-CC202E0B12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63933"/>
          </a:xfrm>
        </p:spPr>
        <p:txBody>
          <a:bodyPr>
            <a:normAutofit/>
          </a:bodyPr>
          <a:lstStyle/>
          <a:p>
            <a:pPr marL="914400" lvl="1" indent="-457200">
              <a:buAutoNum type="arabicPeriod"/>
            </a:pPr>
            <a:r>
              <a:rPr lang="en-US" sz="3200" dirty="0"/>
              <a:t>Choose K (elbow method) – obtained K = 6</a:t>
            </a:r>
          </a:p>
          <a:p>
            <a:pPr marL="914400" lvl="1" indent="-457200">
              <a:buAutoNum type="arabicPeriod"/>
            </a:pPr>
            <a:r>
              <a:rPr lang="en-US" sz="3200" dirty="0"/>
              <a:t>Construct K communities by assigning data points to nearest randomly generated centroid.</a:t>
            </a:r>
          </a:p>
          <a:p>
            <a:pPr marL="914400" lvl="1" indent="-457200">
              <a:buAutoNum type="arabicPeriod"/>
            </a:pPr>
            <a:r>
              <a:rPr lang="en-US" sz="3200" dirty="0"/>
              <a:t>Update centroids by calculating means of clusters. </a:t>
            </a:r>
          </a:p>
          <a:p>
            <a:pPr marL="914400" lvl="1" indent="-457200">
              <a:buAutoNum type="arabicPeriod"/>
            </a:pPr>
            <a:r>
              <a:rPr lang="en-US" sz="3200" dirty="0"/>
              <a:t>Iterate until no datapoint is reassigned to another community (convergence)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7354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68536-BCE1-47B1-6433-D15DB509D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Dataset -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77BB7-057C-7464-C3D3-E5090CF98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Obtained from Johns Hopkins Coronavirus Resource center using a scraping tool (exported as .csv)</a:t>
            </a:r>
          </a:p>
          <a:p>
            <a:r>
              <a:rPr lang="en-US" dirty="0"/>
              <a:t>Authors conducted analysis from January 22</a:t>
            </a:r>
            <a:r>
              <a:rPr lang="en-US" baseline="30000" dirty="0"/>
              <a:t>nd</a:t>
            </a:r>
            <a:r>
              <a:rPr lang="en-US" dirty="0"/>
              <a:t>, 2020 to August 15</a:t>
            </a:r>
            <a:r>
              <a:rPr lang="en-US" baseline="30000" dirty="0"/>
              <a:t>th</a:t>
            </a:r>
            <a:r>
              <a:rPr lang="en-US" dirty="0"/>
              <a:t>, 2020. </a:t>
            </a:r>
          </a:p>
          <a:p>
            <a:r>
              <a:rPr lang="en-US" dirty="0"/>
              <a:t>Data scraped includes information from January 22, 2020 to March 10, 2023.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8275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77C2C-C7A6-32E4-4703-FABA507D5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Dataset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EEC61-3C79-71B2-4FE5-434582CC3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n = 187 countries across 15 variables (13 continuous) </a:t>
            </a:r>
          </a:p>
          <a:p>
            <a:pPr lvl="1"/>
            <a:r>
              <a:rPr lang="en-US" b="1" dirty="0"/>
              <a:t>Country/Region</a:t>
            </a:r>
          </a:p>
          <a:p>
            <a:pPr lvl="1"/>
            <a:r>
              <a:rPr lang="en-US" b="1" dirty="0"/>
              <a:t>Confirmed:</a:t>
            </a:r>
            <a:r>
              <a:rPr lang="en-US" dirty="0"/>
              <a:t> Number of confirmed cases. </a:t>
            </a:r>
          </a:p>
          <a:p>
            <a:pPr lvl="1"/>
            <a:r>
              <a:rPr lang="en-US" b="1" dirty="0"/>
              <a:t>Deaths:</a:t>
            </a:r>
            <a:r>
              <a:rPr lang="en-US" dirty="0"/>
              <a:t> Number of COVID-19 deaths. </a:t>
            </a:r>
          </a:p>
          <a:p>
            <a:pPr lvl="1"/>
            <a:r>
              <a:rPr lang="en-US" b="1" dirty="0"/>
              <a:t>Active:</a:t>
            </a:r>
            <a:r>
              <a:rPr lang="en-US" dirty="0"/>
              <a:t> The number of active cases (on day recorded). </a:t>
            </a:r>
          </a:p>
          <a:p>
            <a:pPr lvl="1"/>
            <a:r>
              <a:rPr lang="en-US" b="1" dirty="0"/>
              <a:t>New Cases:</a:t>
            </a:r>
            <a:r>
              <a:rPr lang="en-US" dirty="0"/>
              <a:t> The number of new cases (on day recorded). </a:t>
            </a:r>
          </a:p>
          <a:p>
            <a:pPr lvl="1"/>
            <a:r>
              <a:rPr lang="en-US" b="1" dirty="0"/>
              <a:t>New Deaths:</a:t>
            </a:r>
            <a:r>
              <a:rPr lang="en-US" dirty="0"/>
              <a:t> The number of new deaths (on day recorded). </a:t>
            </a:r>
          </a:p>
          <a:p>
            <a:pPr lvl="1"/>
            <a:r>
              <a:rPr lang="en-US" b="1" dirty="0"/>
              <a:t>Deaths / 100 Cases:</a:t>
            </a:r>
            <a:r>
              <a:rPr lang="en-US" dirty="0"/>
              <a:t> The number of deaths per one hundred cases. </a:t>
            </a:r>
          </a:p>
          <a:p>
            <a:pPr lvl="1"/>
            <a:r>
              <a:rPr lang="en-US" b="1" dirty="0"/>
              <a:t>Recovered / 100 Cases: </a:t>
            </a:r>
            <a:r>
              <a:rPr lang="en-US" dirty="0"/>
              <a:t>The number of recoveries per one hundred cases. </a:t>
            </a:r>
          </a:p>
          <a:p>
            <a:pPr lvl="1"/>
            <a:r>
              <a:rPr lang="en-US" b="1" dirty="0"/>
              <a:t>Deaths / 100 Recovered:</a:t>
            </a:r>
            <a:r>
              <a:rPr lang="en-US" dirty="0"/>
              <a:t> The number of deaths that occurred per 100 recovered cases. </a:t>
            </a:r>
          </a:p>
          <a:p>
            <a:pPr lvl="1"/>
            <a:r>
              <a:rPr lang="en-US" b="1" dirty="0"/>
              <a:t>Confirmed Last Week: </a:t>
            </a:r>
            <a:r>
              <a:rPr lang="en-US" dirty="0"/>
              <a:t>The number of cases confirmed the previous week. </a:t>
            </a:r>
          </a:p>
          <a:p>
            <a:pPr lvl="1"/>
            <a:r>
              <a:rPr lang="en-US" b="1" dirty="0"/>
              <a:t>1 Week Change:</a:t>
            </a:r>
            <a:r>
              <a:rPr lang="en-US" dirty="0"/>
              <a:t> the change in the number of cases over the course of the week. </a:t>
            </a:r>
          </a:p>
          <a:p>
            <a:pPr lvl="1"/>
            <a:r>
              <a:rPr lang="en-US" b="1" dirty="0"/>
              <a:t>1 Week % Increase: </a:t>
            </a:r>
            <a:r>
              <a:rPr lang="en-US" dirty="0"/>
              <a:t>The previous variable scaled to a percentage. </a:t>
            </a:r>
          </a:p>
          <a:p>
            <a:pPr lvl="1"/>
            <a:r>
              <a:rPr lang="en-US" b="1" dirty="0"/>
              <a:t>Who Region:</a:t>
            </a:r>
            <a:r>
              <a:rPr lang="en-US" dirty="0"/>
              <a:t> The region the country belongs to. </a:t>
            </a:r>
            <a:endParaRPr lang="en-US" b="1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69132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extLst>
              <a:ext uri="{FF2B5EF4-FFF2-40B4-BE49-F238E27FC236}">
                <a16:creationId xmlns:a16="http://schemas.microsoft.com/office/drawing/2014/main" id="{2BC11C86-5ED2-A5AF-F8C9-1145F8DE8E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1872916" cy="1872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0FCEAA-44DA-49C4-9824-925344E4CC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4413" y="-1"/>
            <a:ext cx="5567587" cy="34401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BE7ABCD-DDB0-AA8A-2A52-2654C7AEC0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4413" y="3429000"/>
            <a:ext cx="5567587" cy="344013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68DCF56-A3A5-4329-6610-F32F173A68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-1"/>
            <a:ext cx="5237017" cy="344607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6D1E973-A12E-318D-6716-926E67A837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440134"/>
            <a:ext cx="5658418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036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CB3F8-450B-FA4C-1AFF-14EA1CAD3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663989" cy="1325563"/>
          </a:xfrm>
        </p:spPr>
        <p:txBody>
          <a:bodyPr/>
          <a:lstStyle/>
          <a:p>
            <a:r>
              <a:rPr lang="en-US" dirty="0"/>
              <a:t>PCA: Selection of Number of Principal Components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95BAA39-548F-D912-2A86-FD2AB280F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67828"/>
            <a:ext cx="5692140" cy="514895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B667274-B853-4176-82BC-27E6794D2B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2140" y="2275871"/>
            <a:ext cx="6365043" cy="3932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7157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8C203-6DDF-1F71-35AC-769D566FE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of Loadings (First 3 PC’s)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53EDFA7-046E-6E81-F6A1-633F6200D3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671" y="1825625"/>
            <a:ext cx="5655129" cy="4351338"/>
          </a:xfrm>
        </p:spPr>
        <p:txBody>
          <a:bodyPr/>
          <a:lstStyle/>
          <a:p>
            <a:r>
              <a:rPr lang="en-US" dirty="0"/>
              <a:t>First principal component could be a principal component containing information about the current state of the pandemic. </a:t>
            </a:r>
          </a:p>
          <a:p>
            <a:r>
              <a:rPr lang="en-US" dirty="0"/>
              <a:t>Second principal component contains information about “deaths”.</a:t>
            </a:r>
          </a:p>
          <a:p>
            <a:r>
              <a:rPr lang="en-US" dirty="0"/>
              <a:t>Third principal component could be a “new measurements” principal component.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C36AD90-C913-8810-11B1-23B0A6A425F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9" t="1822" r="3619" b="2065"/>
          <a:stretch/>
        </p:blipFill>
        <p:spPr>
          <a:xfrm>
            <a:off x="996042" y="1886631"/>
            <a:ext cx="4343399" cy="441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2860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E9053-01A1-C21D-6517-1FE240024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Biplot of First Two PC’s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18AE2C-790B-7D85-8884-FE87EFDA39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290" y="1323169"/>
            <a:ext cx="8376838" cy="5169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1613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65AAF-6075-2C3B-7931-E6B2838E1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0962"/>
            <a:ext cx="10515600" cy="1325563"/>
          </a:xfrm>
        </p:spPr>
        <p:txBody>
          <a:bodyPr/>
          <a:lstStyle/>
          <a:p>
            <a:r>
              <a:rPr lang="en-US" dirty="0"/>
              <a:t>Individuals Biplot of First 2 PC’s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B8BE542-F086-4A33-C3E1-D64F7DB37A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17306" y="2265700"/>
            <a:ext cx="5001126" cy="4351338"/>
          </a:xfrm>
        </p:spPr>
        <p:txBody>
          <a:bodyPr/>
          <a:lstStyle/>
          <a:p>
            <a:r>
              <a:rPr lang="en-US" dirty="0"/>
              <a:t>174 – USA</a:t>
            </a:r>
          </a:p>
          <a:p>
            <a:r>
              <a:rPr lang="en-US" dirty="0"/>
              <a:t>168 - UK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408150F-DDFF-04B1-82C7-33170DC2F7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86" y="1800479"/>
            <a:ext cx="6830363" cy="4215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8664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9782F86-AF74-C52A-034D-EEF407B6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Elbow Plots for K-Means Clustering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8AE868B-6EFD-33D0-C940-A8F39FBBD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307"/>
            <a:ext cx="6192251" cy="403870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3F39F11-F30B-3A9C-E4A4-DE248F1997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00289"/>
            <a:ext cx="5857875" cy="36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1450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2EBCF-7E4A-0071-7828-5F496358E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 Clustering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A65C68-4E1A-4503-8D6B-671D86F3B1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724" y="1690688"/>
            <a:ext cx="5820276" cy="35919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F423EA-3A64-8C31-72C7-F987780049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782930"/>
            <a:ext cx="5820276" cy="35919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B3748E3-D93C-6C65-717B-0B05BF3DD8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2608" y="5750300"/>
            <a:ext cx="5087060" cy="61921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CE825C3-1775-9874-F0A7-46D3D4BDE8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542" y="5750300"/>
            <a:ext cx="6009474" cy="476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9641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BC2DC-956F-FC42-9810-71283BAD5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Comparisons of Clustering (with PCA)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7BEBB3-B0D7-2D3E-9AE7-63049E05B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1600"/>
            <a:ext cx="6381751" cy="44035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20884C9-FE9C-828E-16F5-ACEECCBF36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8167" y="1371600"/>
            <a:ext cx="2826415" cy="174430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EB2DECD-81AF-EC70-CBD2-550B532260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1" y="1371600"/>
            <a:ext cx="2826416" cy="174430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02B51C2-ADAC-9CEC-B740-4EADB45485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1751" y="3115902"/>
            <a:ext cx="2826415" cy="1744302"/>
          </a:xfrm>
          <a:prstGeom prst="rect">
            <a:avLst/>
          </a:prstGeom>
        </p:spPr>
      </p:pic>
      <p:sp>
        <p:nvSpPr>
          <p:cNvPr id="12" name="AutoShape 6">
            <a:extLst>
              <a:ext uri="{FF2B5EF4-FFF2-40B4-BE49-F238E27FC236}">
                <a16:creationId xmlns:a16="http://schemas.microsoft.com/office/drawing/2014/main" id="{4E703A0D-E28A-221D-E133-233BC0BBCBA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94B0A33-63D5-167E-2F4F-27DA77833D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08165" y="3115901"/>
            <a:ext cx="2826415" cy="174430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0C4B69B-EB57-AAA0-3A86-4FC69BA45A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1750" y="4860203"/>
            <a:ext cx="2959767" cy="182659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DA90AFD-0854-9B1F-245F-D10CBD09FEE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41517" y="4860203"/>
            <a:ext cx="2645533" cy="1632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9277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3BE05BB-4F2B-98DF-23D2-865B7DAD3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Further Exploration of Dataset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DF272CC-6808-F61B-87AA-84F04A4B3E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Visualization of the dataset and clustering on a world map? </a:t>
            </a:r>
          </a:p>
          <a:p>
            <a:r>
              <a:rPr lang="en-US" dirty="0"/>
              <a:t>Implementation of bootstrapping and/or cross-validation of K-Means clustering (not much documentation on implementation is available but it has been done)?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89678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map of the world&#10;&#10;Description automatically generated">
            <a:extLst>
              <a:ext uri="{FF2B5EF4-FFF2-40B4-BE49-F238E27FC236}">
                <a16:creationId xmlns:a16="http://schemas.microsoft.com/office/drawing/2014/main" id="{F71D14E4-F3C9-72F7-4E89-10B5FF464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2905" y="3437210"/>
            <a:ext cx="7231812" cy="3434146"/>
          </a:xfrm>
          <a:prstGeom prst="rect">
            <a:avLst/>
          </a:prstGeom>
        </p:spPr>
      </p:pic>
      <p:pic>
        <p:nvPicPr>
          <p:cNvPr id="5" name="Picture 4" descr="A map of the world&#10;&#10;Description automatically generated">
            <a:extLst>
              <a:ext uri="{FF2B5EF4-FFF2-40B4-BE49-F238E27FC236}">
                <a16:creationId xmlns:a16="http://schemas.microsoft.com/office/drawing/2014/main" id="{078E1C00-2CFE-55B0-6EC9-C3DD95F226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7283" y="406"/>
            <a:ext cx="7217434" cy="3435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023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11A0B-02E6-28F8-5E67-5FC76D86A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Exploration of Dataset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5A549-C20F-9DAF-3E15-EA2D83EAB7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Arial"/>
                <a:cs typeface="Arial"/>
              </a:rPr>
              <a:t>Further exploration of scaling/data dispersion? </a:t>
            </a:r>
          </a:p>
          <a:p>
            <a:r>
              <a:rPr lang="en-US" dirty="0">
                <a:latin typeface="Arial"/>
                <a:cs typeface="Arial"/>
              </a:rPr>
              <a:t>Hypothesis testing on clustering for importance of variables (are significant variables in PCA without the clustering the same as variables found to be highly correlated with the first principal component)? </a:t>
            </a:r>
          </a:p>
          <a:p>
            <a:r>
              <a:rPr lang="en-US" dirty="0">
                <a:latin typeface="Arial"/>
                <a:cs typeface="Arial"/>
              </a:rPr>
              <a:t>Is using as many PC’s as the authors did necessary?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91173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3B550C07-429C-2077-C6E1-0E3B6B88CCF9}"/>
              </a:ext>
            </a:extLst>
          </p:cNvPr>
          <p:cNvSpPr>
            <a:spLocks noGrp="1"/>
          </p:cNvSpPr>
          <p:nvPr/>
        </p:nvSpPr>
        <p:spPr>
          <a:xfrm>
            <a:off x="1123950" y="65087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dirty="0"/>
              <a:t>Conclusion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F91CAB2-E772-B7F6-51ED-D81D0DCF7F3C}"/>
              </a:ext>
            </a:extLst>
          </p:cNvPr>
          <p:cNvSpPr>
            <a:spLocks noGrp="1"/>
          </p:cNvSpPr>
          <p:nvPr/>
        </p:nvSpPr>
        <p:spPr>
          <a:xfrm>
            <a:off x="836403" y="196760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/>
              <a:buChar char="•"/>
            </a:pPr>
            <a:r>
              <a:rPr lang="en-US" sz="2400" dirty="0"/>
              <a:t>The COVID-19 pandemic has introduced very high dimensional data that (at the time of the publication of this paper) requires much more exploration.</a:t>
            </a:r>
          </a:p>
          <a:p>
            <a:pPr marL="285750" indent="-285750">
              <a:buFont typeface="Arial"/>
              <a:buChar char="•"/>
            </a:pPr>
            <a:r>
              <a:rPr lang="en-US" sz="2400" dirty="0"/>
              <a:t>PCA and K-means are easily interpretable. </a:t>
            </a:r>
          </a:p>
          <a:p>
            <a:pPr marL="285750" indent="-285750">
              <a:buFont typeface="Arial"/>
              <a:buChar char="•"/>
            </a:pPr>
            <a:r>
              <a:rPr lang="en-US" sz="2400" dirty="0"/>
              <a:t>PCA and scaling can improve the resolution and minimization of within cluster variance, but both are still susceptible to noise and outliers.  </a:t>
            </a:r>
          </a:p>
          <a:p>
            <a:pPr marL="285750" indent="-285750">
              <a:buFont typeface="Arial"/>
              <a:buChar char="•"/>
            </a:pPr>
            <a:r>
              <a:rPr lang="en-US" sz="2400" dirty="0"/>
              <a:t>Further assessment of the reproducibility and stability of the K-means clustering is required. </a:t>
            </a:r>
          </a:p>
          <a:p>
            <a:pPr marL="285750" indent="-285750">
              <a:buFont typeface="Arial"/>
              <a:buChar char="•"/>
            </a:pPr>
            <a:r>
              <a:rPr lang="en-US" sz="2400" dirty="0"/>
              <a:t>While paper left out information about the interpretation of the PCA, the first 3 PC’s showed variables that contributed significantly to the variance in the dataset, and transformations of the dataset using the transformations of the first 3 principal components could be useful for making decisions. </a:t>
            </a:r>
          </a:p>
        </p:txBody>
      </p:sp>
    </p:spTree>
    <p:extLst>
      <p:ext uri="{BB962C8B-B14F-4D97-AF65-F5344CB8AC3E}">
        <p14:creationId xmlns:p14="http://schemas.microsoft.com/office/powerpoint/2010/main" val="10325071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8F62A-6CA7-1F89-1F06-399AD45D4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6B0FD-C54B-BA8F-FC11-D90D82D078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LMRoman10-Regular"/>
              </a:rPr>
              <a:t>Chaudhary, L., &amp; Singh, B. (2021). Community detection using unsupervised machine learning techniques on 	COVID-19 dataset. Social network analysis and mining, 11(1), 28. </a:t>
            </a:r>
            <a:r>
              <a:rPr lang="en-US" sz="1800" b="0" strike="noStrike" baseline="0" dirty="0">
                <a:solidFill>
                  <a:srgbClr val="00FFFF"/>
                </a:solidFill>
                <a:latin typeface="LMRoman10-Regular"/>
                <a:hlinkClick r:id="rId3"/>
              </a:rPr>
              <a:t>https://doi.org/10.1007/s13278-	02100734-2</a:t>
            </a:r>
            <a:r>
              <a:rPr lang="en-US" sz="1800" b="0" strike="noStrike" baseline="0" dirty="0">
                <a:solidFill>
                  <a:srgbClr val="000000"/>
                </a:solidFill>
                <a:latin typeface="LMRoman10-Regular"/>
                <a:hlinkClick r:id="rId3"/>
              </a:rPr>
              <a:t>4</a:t>
            </a:r>
            <a:endParaRPr lang="en-US" sz="1800" b="0" strike="noStrike" baseline="0" dirty="0">
              <a:solidFill>
                <a:srgbClr val="000000"/>
              </a:solidFill>
              <a:latin typeface="LMRoman10-Regular"/>
            </a:endParaRPr>
          </a:p>
          <a:p>
            <a:pPr marL="0" indent="0" algn="l"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LMRoman10-Regular"/>
                <a:hlinkClick r:id="rId4"/>
              </a:rPr>
              <a:t>https://github.com/imdevskp/covid_19_jhu_data_web_scrap_and_cleaning</a:t>
            </a:r>
            <a:endParaRPr lang="en-US" sz="1800" b="0" i="0" u="none" strike="noStrike" baseline="0" dirty="0">
              <a:solidFill>
                <a:srgbClr val="000000"/>
              </a:solidFill>
              <a:latin typeface="LMRoman10-Regular"/>
            </a:endParaRPr>
          </a:p>
          <a:p>
            <a:pPr marL="0" indent="0" algn="l">
              <a:buNone/>
            </a:pPr>
            <a:br>
              <a:rPr lang="en-US" sz="1800" b="0" i="0" u="none" strike="noStrike" baseline="0" dirty="0">
                <a:solidFill>
                  <a:srgbClr val="000000"/>
                </a:solidFill>
                <a:latin typeface="LMRoman10-Regular"/>
              </a:rPr>
            </a:b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196922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TM02836342[[fn=Ion]]</Template>
  <TotalTime>870</TotalTime>
  <Words>1129</Words>
  <Application>Microsoft Office PowerPoint</Application>
  <PresentationFormat>Widescreen</PresentationFormat>
  <Paragraphs>96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Community Detection Using Unsupervised Machine Learning Techniques on COVID-19 Dataset</vt:lpstr>
      <vt:lpstr>Motivation and Background: COVID-19</vt:lpstr>
      <vt:lpstr>General Workflow: PCA and K-Means Clustering</vt:lpstr>
      <vt:lpstr>PCA</vt:lpstr>
      <vt:lpstr>PowerPoint Presentation</vt:lpstr>
      <vt:lpstr>K-Means Clustering</vt:lpstr>
      <vt:lpstr>PCA Algorithm</vt:lpstr>
      <vt:lpstr>K-Means Clustering Algorithm</vt:lpstr>
      <vt:lpstr>The Dataset - Introduction</vt:lpstr>
      <vt:lpstr>The Dataset (cont.)</vt:lpstr>
      <vt:lpstr>PowerPoint Presentation</vt:lpstr>
      <vt:lpstr>PCA: Selection of Number of Principal Components</vt:lpstr>
      <vt:lpstr>Analysis of Loadings (First 3 PC’s)</vt:lpstr>
      <vt:lpstr>Biplot of First Two PC’s</vt:lpstr>
      <vt:lpstr>Individuals Biplot of First 2 PC’s</vt:lpstr>
      <vt:lpstr>Elbow Plots for K-Means Clustering</vt:lpstr>
      <vt:lpstr>K-means Clustering</vt:lpstr>
      <vt:lpstr>Comparisons of Clustering (with PCA)</vt:lpstr>
      <vt:lpstr>Further Exploration of Dataset</vt:lpstr>
      <vt:lpstr>PowerPoint Presentation</vt:lpstr>
      <vt:lpstr>Further Exploration of Dataset (cont.)</vt:lpstr>
      <vt:lpstr>PowerPoint Presentation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Potential Implications on Industrial Starch Processing of the Isolation and Characterization of a Raw Starch Degrading α-amylase from a  Marine Lake Bacillus megaterium NL3 </dc:title>
  <dc:creator>Emil Cacayan</dc:creator>
  <cp:lastModifiedBy>Emil Cacayan</cp:lastModifiedBy>
  <cp:revision>48</cp:revision>
  <dcterms:created xsi:type="dcterms:W3CDTF">2024-03-19T03:19:34Z</dcterms:created>
  <dcterms:modified xsi:type="dcterms:W3CDTF">2024-04-16T17:24:43Z</dcterms:modified>
</cp:coreProperties>
</file>